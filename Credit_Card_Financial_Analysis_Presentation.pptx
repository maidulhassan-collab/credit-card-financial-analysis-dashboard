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DCC8"/>
                </a:solidFill>
              </a:defRPr>
            </a:pPr>
            <a:r>
              <a:t>Credit Card Financial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Database Management &amp; Microsoft Power BI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Data analytics project for credit card transaction and customer behavior analysis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SQL used for database creation and data preparation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Power BI used for interactive dashboards and business insights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Focus areas: revenue, transactions, customers, and risk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Build a structured database for credit card data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Import and organize transaction and customer datasets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Analyze customer spending patterns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Develop interactive business intelligence dashboards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lang="en-US" dirty="0"/>
              <a:t>•</a:t>
            </a:r>
            <a:r>
              <a:rPr dirty="0"/>
              <a:t> Identify important financial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SQL / PostgreSQL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- Database creation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- Table design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- CSV data loading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Microsoft Power BI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- Data modeling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- KPI visualization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- Interactive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Database: 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 err="1"/>
              <a:t>ccdb</a:t>
            </a:r>
            <a:endParaRPr dirty="0"/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Main Tables: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1. </a:t>
            </a:r>
            <a:r>
              <a:rPr dirty="0" err="1"/>
              <a:t>cc_detail</a:t>
            </a: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Transaction information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lang="en-US" dirty="0"/>
              <a:t>•</a:t>
            </a:r>
            <a:r>
              <a:rPr dirty="0"/>
              <a:t> Card category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Revenue details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Interest and delinquency information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2. </a:t>
            </a:r>
            <a:r>
              <a:rPr dirty="0" err="1"/>
              <a:t>cust_detail</a:t>
            </a: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demographics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Occupation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Income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Satisfaction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Raw CSV Data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     ↓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SQL Database Creation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     ↓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Data Import &amp; Storage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     ↓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Power BI Data Modeling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     ↓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Dashboard Development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        ↓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Business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Credit Card Transaction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dirty="0"/>
              <a:t>Key Performance Indicators: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Total Revenue: 57M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Total Transaction Amount: 46M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Total Interest: 8M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Transaction Count: 667K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Analysis: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Card category performance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Transaction methods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Expenditure types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Quarterly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Card Category Revenue: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Blue Card: 47M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Silver Card: 6M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Gold Card: 3M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Platinum Card: 1M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Major usage: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Swipe transactions generate the highest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Customer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dirty="0"/>
              <a:t>Key Metrics: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Total Revenue: 57M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Total Transaction: 46M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Median Income: 45K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Satisfaction Score: 3.2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Analyzed: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Age groups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Gender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Education</a:t>
            </a:r>
            <a:endParaRPr lang="en-US"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Occupation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Income groups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dirty="0"/>
              <a:t>Revenue contribution is analyzed by: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occupation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Education level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Marital status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Geographic distribution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Income category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Risk &amp;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Dashboard includes: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Delinquent account analysis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Card activation analysis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Weekly revenue growth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Transaction trends over time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Findings: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93.9% accounts are non-delinquent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6.0% accounts are delinquent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57.46% cards activated within 30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Blue card category contributes the highest revenue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Business customers generate significant revenue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Swipe transactions dominate usage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segments show different spending patterns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Dashboard supports data-driven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rPr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churn prediction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Credit risk scoring model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Machine learning-based segmentation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Automated data pipelines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Advanced predictive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DCC8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This project demonstrates the integration of SQL and Power BI to transform raw financial data into meaningful business intelligence.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The dashboard helps organizations understand: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Customer behavior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Revenue performance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Transaction trends</a:t>
            </a:r>
          </a:p>
          <a:p>
            <a:pPr marL="0" indent="0">
              <a:buNone/>
              <a:defRPr sz="1800">
                <a:solidFill>
                  <a:srgbClr val="E6E6E6"/>
                </a:solidFill>
              </a:defRPr>
            </a:pPr>
            <a:r>
              <a:rPr dirty="0"/>
              <a:t>• Risk indicators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488</Words>
  <Application>Microsoft Office PowerPoint</Application>
  <PresentationFormat>On-screen Show (4:3)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Credit Card Financial Analysis Dashboard</vt:lpstr>
      <vt:lpstr>Project Overview</vt:lpstr>
      <vt:lpstr>Project Objectives</vt:lpstr>
      <vt:lpstr>Tools &amp; Technologies</vt:lpstr>
      <vt:lpstr>Database Design</vt:lpstr>
      <vt:lpstr>Project Workflow</vt:lpstr>
      <vt:lpstr>Credit Card Transaction Dashboard</vt:lpstr>
      <vt:lpstr>Revenue Analysis</vt:lpstr>
      <vt:lpstr>Customer Analysis Dashboard</vt:lpstr>
      <vt:lpstr>Customer Insights</vt:lpstr>
      <vt:lpstr>Risk &amp; Performance Analysis</vt:lpstr>
      <vt:lpstr>Key Findings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Maidul  Shanto</cp:lastModifiedBy>
  <cp:revision>2</cp:revision>
  <dcterms:created xsi:type="dcterms:W3CDTF">2013-01-27T09:14:16Z</dcterms:created>
  <dcterms:modified xsi:type="dcterms:W3CDTF">2026-09-16T10:51:44Z</dcterms:modified>
  <cp:category/>
</cp:coreProperties>
</file>